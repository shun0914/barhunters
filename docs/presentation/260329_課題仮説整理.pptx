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hunters × 西部ガス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本当の課題と仮説の整理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Tech0 BtoC Bootcamp ラストターム  —  2026.03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4343400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人的資本ポイントシステム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企業クエスト概要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西部ガスから与えられた課題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8229600" cy="100584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「人的資本への投資（約10億円）が、社員の行動変容や組織力向上につながっていることを、経営として証明・説明できる仕組みを作りたい」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背景・コンテキスト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西部ガスグループ ビジョン2030・ACT2027 — 中計の中核に「人的資本経営」を位置づけ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タレントパレット導入済み（ただし現状は未活用）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人事評価との連動は現時点で未決定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担当者：今長谷大助さん（人事部門）— 「ワクワク・称賛・行動変容」を本音では求めている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表の課題 vs 本当の課題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069080"/>
          </a:xfrm>
          <a:prstGeom prst="rect">
            <a:avLst/>
          </a:prstGeom>
          <a:solidFill>
            <a:srgbClr val="F7F8FA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91440" cy="4069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表の課題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人的資本投資のROIを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経営に証明する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・投資家・IR向けの説明可能性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・ポイント単位・期間での物語化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必要条件だが十分条件ではない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937760" y="777240"/>
            <a:ext cx="3931920" cy="406908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777240"/>
            <a:ext cx="109728" cy="4069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本当の課題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3258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見えない努力を可視化し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部門長の称賛を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継続させる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166360" y="2788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・「やらされ感なく継続される運用」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・「部門間の信頼」の同時成立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これが十分条件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課題の三層構造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この三層を同時に満たさないと成立しない「設計の同時成立問題」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566160"/>
          </a:xfrm>
          <a:prstGeom prst="rect">
            <a:avLst/>
          </a:prstGeom>
          <a:solidFill>
            <a:srgbClr val="F5F6F7"/>
          </a:solidFill>
          <a:ln w="12700">
            <a:solidFill>
              <a:srgbClr val="AAAAA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3035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経営層（外向き）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246888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投資した人件費を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説明できる物語と単位に落とす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・ポイント・期間での証明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・投資家・IR向け開示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必要条件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743200" cy="3566160"/>
          </a:xfrm>
          <a:prstGeom prst="rect">
            <a:avLst/>
          </a:prstGeom>
          <a:solidFill>
            <a:srgbClr val="E0F5F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74320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人事・長谷さん（内向き）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856232"/>
            <a:ext cx="246888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ワクワク・称賛・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数字に出ない努力を拾い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職場の温度を上げる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・行動変容を可視化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・部門間の信頼を醸成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本音のゴール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34440"/>
            <a:ext cx="2743200" cy="3566160"/>
          </a:xfrm>
          <a:prstGeom prst="rect">
            <a:avLst/>
          </a:prstGeom>
          <a:solidFill>
            <a:srgbClr val="FDF5F5"/>
          </a:solidFill>
          <a:ln w="12700">
            <a:solidFill>
              <a:srgbClr val="D4A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34440"/>
            <a:ext cx="2743200" cy="530352"/>
          </a:xfrm>
          <a:prstGeom prst="rect">
            <a:avLst/>
          </a:prstGeom>
          <a:solidFill>
            <a:srgbClr val="7C3D3D"/>
          </a:solidFill>
          <a:ln w="12700">
            <a:solidFill>
              <a:srgbClr val="7C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2344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部門長・現場（現実）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856232"/>
            <a:ext cx="246888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負担・公平性・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やらされ感を抑え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守り部門も動く言葉にする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・アジャイル不信への対処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・カテゴリの粒度設計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最大のハードル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今長谷さんヒアリングで見えたこと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61872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投資家・開示は第一目的ではない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61872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外向きの「証明」より内向きの変化が優先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47672"/>
            <a:ext cx="4160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0824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部門長がポイントを配分する責任（メンバー数×10pt等）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947672"/>
            <a:ext cx="4160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020824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制度の中心は申請システムではなく管理職の「関心の配分」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9776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インセンティブは現状なし・評価との関係は未確定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06624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779776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評価に近いと信頼が壊れ、遠いと動機が弱く形骸化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465576"/>
            <a:ext cx="4160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3872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守り部門はルール完備・アジャイル不信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465576"/>
            <a:ext cx="4160520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53872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同じ制度でも部門で解釈が割れる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9768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ボトルネックは行動変容・「やっていいんだ」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4224528"/>
            <a:ext cx="4160520" cy="722376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29768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KPI以前に心理的安全性・意味づけが必要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5つの検証仮説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754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41248" y="749808"/>
            <a:ext cx="8046720" cy="731520"/>
          </a:xfrm>
          <a:prstGeom prst="rect">
            <a:avLst/>
          </a:prstGeom>
          <a:solidFill>
            <a:srgbClr val="F0FAFA"/>
          </a:solidFill>
          <a:ln w="12700">
            <a:solidFill>
              <a:srgbClr val="D8E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795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動機の仮説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ポイントの主目的が「部門長がメンバーの見えない努力に注意を向ける装置」なら、成功指標は「集計精度」より「部門長の継続利用とメンバーの納得感」に置くべき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4754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1848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1248" y="1618488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664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評価との距離の仮説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96596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「評価には使わない・見える化専用」を運用と文言で明文化し、部門長の裁量ルールを限定できれば、信頼と参加のバランスが取れる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4754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8716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41248" y="2487168"/>
            <a:ext cx="8046720" cy="731520"/>
          </a:xfrm>
          <a:prstGeom prst="rect">
            <a:avLst/>
          </a:prstGeom>
          <a:solidFill>
            <a:srgbClr val="F0FAFA"/>
          </a:solidFill>
          <a:ln w="12700">
            <a:solidFill>
              <a:srgbClr val="D8E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532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部門間ギャップの仮説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「挑戦」「失敗」が守り部門では大きすぎる語なら、粒度の小さい活動カテゴリ（助け合い・1on1・小さな改善）に分解することで参加率が上がる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55848"/>
            <a:ext cx="4754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5584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1248" y="3355848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経営物語との接続の仮説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現場の「称賛」と経営の「合計」をつなぐ中間層（部門集計・四半期ストーリー）がないと、現場も経営も両方が崩れる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4754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24528"/>
            <a:ext cx="475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41248" y="4224528"/>
            <a:ext cx="8046720" cy="731520"/>
          </a:xfrm>
          <a:prstGeom prst="rect">
            <a:avLst/>
          </a:prstGeom>
          <a:solidFill>
            <a:srgbClr val="F0FAFA"/>
          </a:solidFill>
          <a:ln w="12700">
            <a:solidFill>
              <a:srgbClr val="D8EE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270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システム接続の仮説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5720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タレントパレットが未活用なら、最初から全面連携は失敗しやすく、まずポイント運用の「行動が残る導線」を作り後から連携する方が現実的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解決策の方向性：きらめきノート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部門長向けモバイルアプリ — 30秒で1件、メンバーの見えない努力を記録する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88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プロダクトの核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788920" cy="3291840"/>
          </a:xfrm>
          <a:prstGeom prst="rect">
            <a:avLst/>
          </a:prstGeom>
          <a:solidFill>
            <a:srgbClr val="E0F5F5"/>
          </a:solidFill>
          <a:ln w="12700">
            <a:solidFill>
              <a:srgbClr val="D0EC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部門長ダッシュボード（配分残ポイント・最近の記録）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低摩擦記録（カテゴリ＋1行）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「挑戦」の分解（守り部門でも選べる小さな語）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公平性の補助（監視感を出さない設計）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経営向け1枚（四半期サマリー）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3552" y="1170432"/>
            <a:ext cx="27889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170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運用・組織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1627632"/>
            <a:ext cx="2788920" cy="3291840"/>
          </a:xfrm>
          <a:prstGeom prst="rect">
            <a:avLst/>
          </a:prstGeom>
          <a:solidFill>
            <a:srgbClr val="F0FCFB"/>
          </a:solidFill>
          <a:ln w="12700">
            <a:solidFill>
              <a:srgbClr val="D0EC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76479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部門長向け説明の型（なぜ評価ではないか）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ルールの段階的開示（守り部門向け）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週1ヒアリング（継続対話）でカテゴリをチューニング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7064" y="1170432"/>
            <a:ext cx="2788920" cy="457200"/>
          </a:xfrm>
          <a:prstGeom prst="rect">
            <a:avLst/>
          </a:prstGeom>
          <a:solidFill>
            <a:srgbClr val="0D7E8C"/>
          </a:solidFill>
          <a:ln w="12700">
            <a:solidFill>
              <a:srgbClr val="0D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170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ストーリー設計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27064" y="1627632"/>
            <a:ext cx="2788920" cy="3291840"/>
          </a:xfrm>
          <a:prstGeom prst="rect">
            <a:avLst/>
          </a:prstGeom>
          <a:solidFill>
            <a:srgbClr val="F5FAFA"/>
          </a:solidFill>
          <a:ln w="12700">
            <a:solidFill>
              <a:srgbClr val="D0EC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764792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二重の物語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表：中計・ポイント・期間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裏：ワクワク・称賛・行動変容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最終発表で両方を1本のストーリーに統合する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次に決めること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88720" y="1463040"/>
            <a:ext cx="7589520" cy="475488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42646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成功指標の主軸を「経営数値」か「現場継続」か、チーム内で明示する（両方なら優先順位をつける）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2350008"/>
            <a:ext cx="7589520" cy="475488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3134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評価・人事査定との境界を、長谷さん・人事と一文で固定する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188720" y="3236976"/>
            <a:ext cx="7589520" cy="475488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200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MVPペルソナを「部門長40名・守り部門」に寄せてシナリオを1本通す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032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188720" y="4123944"/>
            <a:ext cx="7589520" cy="475488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0A896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0873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経営会議で見せる1枚のモックを先に作り、足りない数字を列挙する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4544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C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hunters  —  2026.03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hunters — 課題・仮説整理</dc:title>
  <dc:subject>PptxGenJS Presentation</dc:subject>
  <dc:creator>PptxGenJS</dc:creator>
  <cp:lastModifiedBy>PptxGenJS</cp:lastModifiedBy>
  <cp:revision>1</cp:revision>
  <dcterms:created xsi:type="dcterms:W3CDTF">2026-03-29T01:18:29Z</dcterms:created>
  <dcterms:modified xsi:type="dcterms:W3CDTF">2026-03-29T01:18:29Z</dcterms:modified>
</cp:coreProperties>
</file>