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5"/>
  </p:notesMasterIdLst>
  <p:sldIdLst>
    <p:sldId id="431" r:id="rId2"/>
    <p:sldId id="432" r:id="rId3"/>
    <p:sldId id="433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7FCD"/>
    <a:srgbClr val="393939"/>
    <a:srgbClr val="E3E3E3"/>
    <a:srgbClr val="F6F6F6"/>
    <a:srgbClr val="1C1C1C"/>
    <a:srgbClr val="F8F8F8"/>
    <a:srgbClr val="383838"/>
    <a:srgbClr val="E15753"/>
    <a:srgbClr val="F5E4E3"/>
    <a:srgbClr val="F8E7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14"/>
    <p:restoredTop sz="95137"/>
  </p:normalViewPr>
  <p:slideViewPr>
    <p:cSldViewPr snapToGrid="0" snapToObjects="1">
      <p:cViewPr varScale="1">
        <p:scale>
          <a:sx n="116" d="100"/>
          <a:sy n="116" d="100"/>
        </p:scale>
        <p:origin x="1080" y="19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6456F-7F12-DC4C-BA26-FB58B6AF2C51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4EFDB-F70F-5F4D-A71F-8FF9D2E2FE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880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675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44A76071-22D2-404B-53E4-D2193279C6B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7434" y="6572977"/>
            <a:ext cx="2787119" cy="1679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0" anchor="b">
            <a:spAutoFit/>
          </a:bodyPr>
          <a:lstStyle/>
          <a:p>
            <a:pPr algn="l"/>
            <a:r>
              <a:rPr lang="en-US" altLang="ja-JP" sz="800" b="0" i="0" kern="300" spc="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iragino Kaku Gothic Pro W3" panose="020B0300000000000000" pitchFamily="34" charset="-128"/>
                <a:cs typeface="Arial" panose="020B0604020202020204" pitchFamily="34" charset="0"/>
              </a:rPr>
              <a:t>Copyright © Tech0 –Confidential-</a:t>
            </a:r>
            <a:endParaRPr lang="en-US" altLang="ja-JP" sz="1050" b="0" i="0" kern="300" spc="50" baseline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iragino Kaku Gothic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C33E8DB9-E259-A438-BB31-DC1A9A0662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7915" y="202422"/>
            <a:ext cx="9872547" cy="3016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 i="0">
                <a:solidFill>
                  <a:srgbClr val="127FCD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49986D5C-0099-12BA-7056-11E46CEB2C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7915" y="1011245"/>
            <a:ext cx="11670085" cy="90444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400"/>
              </a:spcBef>
              <a:buNone/>
              <a:defRPr sz="1600" b="0" i="0">
                <a:solidFill>
                  <a:srgbClr val="393939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リードメッセージ</a:t>
            </a:r>
            <a:endParaRPr kumimoji="1" lang="en-US" altLang="ja-JP" dirty="0"/>
          </a:p>
        </p:txBody>
      </p:sp>
      <p:pic>
        <p:nvPicPr>
          <p:cNvPr id="7" name="図 6" descr="ロゴ&#10;&#10;自動的に生成された説明">
            <a:extLst>
              <a:ext uri="{FF2B5EF4-FFF2-40B4-BE49-F238E27FC236}">
                <a16:creationId xmlns:a16="http://schemas.microsoft.com/office/drawing/2014/main" id="{93C047FF-9331-C09A-BFE6-BD6B91FD2A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7775" y="66405"/>
            <a:ext cx="1860650" cy="591029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EAAD7DD-A3C7-E0C0-E5A4-78DF9E30D8A6}"/>
              </a:ext>
            </a:extLst>
          </p:cNvPr>
          <p:cNvSpPr/>
          <p:nvPr userDrawn="1"/>
        </p:nvSpPr>
        <p:spPr>
          <a:xfrm>
            <a:off x="0" y="-11910"/>
            <a:ext cx="12192000" cy="72000"/>
          </a:xfrm>
          <a:prstGeom prst="rect">
            <a:avLst/>
          </a:prstGeom>
          <a:solidFill>
            <a:srgbClr val="127F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b="1" dirty="0">
              <a:solidFill>
                <a:schemeClr val="tx1">
                  <a:lumMod val="65000"/>
                  <a:lumOff val="35000"/>
                </a:schemeClr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1C6F1B65-6571-0740-5E8B-C339CA5278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2746" y="518946"/>
            <a:ext cx="9872547" cy="40929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solidFill>
                  <a:schemeClr val="tx1">
                    <a:lumMod val="75000"/>
                    <a:lumOff val="2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テキスト プレースホルダー 9">
            <a:extLst>
              <a:ext uri="{FF2B5EF4-FFF2-40B4-BE49-F238E27FC236}">
                <a16:creationId xmlns:a16="http://schemas.microsoft.com/office/drawing/2014/main" id="{4C24F384-097A-BB31-AB83-191BE390AD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49793" y="6526168"/>
            <a:ext cx="4693138" cy="2616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400"/>
              </a:spcBef>
              <a:buNone/>
              <a:defRPr sz="900" b="0" i="0">
                <a:solidFill>
                  <a:schemeClr val="tx1">
                    <a:lumMod val="75000"/>
                    <a:lumOff val="25000"/>
                  </a:schemeClr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◯◯より引用</a:t>
            </a:r>
            <a:endParaRPr kumimoji="1" lang="en-US" altLang="ja-JP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4E8804F-1F3E-8A8D-B784-DAC71E5F0E3B}"/>
              </a:ext>
            </a:extLst>
          </p:cNvPr>
          <p:cNvSpPr txBox="1"/>
          <p:nvPr userDrawn="1"/>
        </p:nvSpPr>
        <p:spPr>
          <a:xfrm>
            <a:off x="11660161" y="6526168"/>
            <a:ext cx="48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24269E3-B44D-0C40-AEFF-5227B2F0029B}" type="slidenum">
              <a:rPr kumimoji="1" lang="ja-JP" altLang="en-US" sz="1100" b="1" i="0" smtClean="0">
                <a:solidFill>
                  <a:srgbClr val="525252"/>
                </a:solidFill>
                <a:latin typeface="Arial" panose="020B0604020202020204" pitchFamily="34" charset="0"/>
                <a:ea typeface="Hiragino Kaku Gothic Pro W3" panose="020B0300000000000000" pitchFamily="34" charset="-128"/>
                <a:cs typeface="Arial" panose="020B0604020202020204" pitchFamily="34" charset="0"/>
              </a:rPr>
              <a:t>‹#›</a:t>
            </a:fld>
            <a:endParaRPr kumimoji="1" lang="ja-JP" altLang="en-US" sz="1100" b="1" i="0">
              <a:solidFill>
                <a:srgbClr val="525252"/>
              </a:solidFill>
              <a:latin typeface="Arial" panose="020B0604020202020204" pitchFamily="34" charset="0"/>
              <a:ea typeface="Hiragino Kaku Gothic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548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62280454-3B89-CC36-E066-63ABAAEFAE1E}"/>
              </a:ext>
            </a:extLst>
          </p:cNvPr>
          <p:cNvGrpSpPr/>
          <p:nvPr userDrawn="1"/>
        </p:nvGrpSpPr>
        <p:grpSpPr>
          <a:xfrm>
            <a:off x="0" y="655093"/>
            <a:ext cx="13249918" cy="903065"/>
            <a:chOff x="0" y="655093"/>
            <a:chExt cx="13249918" cy="903065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29284E63-53C1-6ED4-429B-35F4E085BF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02823" y="655093"/>
              <a:ext cx="2741448" cy="903065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9D57E6FA-8656-E3E4-7ACB-3C21736BC6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05646" y="655093"/>
              <a:ext cx="2741448" cy="903065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2BB600B3-2A6C-9A83-37E8-7D5170DBDE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08470" y="655093"/>
              <a:ext cx="2741448" cy="903065"/>
            </a:xfrm>
            <a:prstGeom prst="rect">
              <a:avLst/>
            </a:prstGeom>
          </p:spPr>
        </p:pic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823707BE-F775-A791-852F-BBAF7C4220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655093"/>
              <a:ext cx="2741448" cy="903065"/>
            </a:xfrm>
            <a:prstGeom prst="rect">
              <a:avLst/>
            </a:prstGeom>
          </p:spPr>
        </p:pic>
      </p:grp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EDAFFD27-1FCF-FF82-0620-0FCE1788642E}"/>
              </a:ext>
            </a:extLst>
          </p:cNvPr>
          <p:cNvGrpSpPr/>
          <p:nvPr userDrawn="1"/>
        </p:nvGrpSpPr>
        <p:grpSpPr>
          <a:xfrm>
            <a:off x="-1010712" y="2243031"/>
            <a:ext cx="13249918" cy="903065"/>
            <a:chOff x="0" y="655093"/>
            <a:chExt cx="13249918" cy="903065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B4258022-D1A3-49CE-FC72-E8608E8429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02823" y="655093"/>
              <a:ext cx="2741448" cy="903065"/>
            </a:xfrm>
            <a:prstGeom prst="rect">
              <a:avLst/>
            </a:prstGeom>
          </p:spPr>
        </p:pic>
        <p:pic>
          <p:nvPicPr>
            <p:cNvPr id="50" name="図 49">
              <a:extLst>
                <a:ext uri="{FF2B5EF4-FFF2-40B4-BE49-F238E27FC236}">
                  <a16:creationId xmlns:a16="http://schemas.microsoft.com/office/drawing/2014/main" id="{80BB3132-285E-DE63-1C95-07982BA63A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05646" y="655093"/>
              <a:ext cx="2741448" cy="903065"/>
            </a:xfrm>
            <a:prstGeom prst="rect">
              <a:avLst/>
            </a:prstGeom>
          </p:spPr>
        </p:pic>
        <p:pic>
          <p:nvPicPr>
            <p:cNvPr id="51" name="図 50">
              <a:extLst>
                <a:ext uri="{FF2B5EF4-FFF2-40B4-BE49-F238E27FC236}">
                  <a16:creationId xmlns:a16="http://schemas.microsoft.com/office/drawing/2014/main" id="{A6F3DCFB-F4C4-1621-47D8-289D20BAF6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08470" y="655093"/>
              <a:ext cx="2741448" cy="903065"/>
            </a:xfrm>
            <a:prstGeom prst="rect">
              <a:avLst/>
            </a:prstGeom>
          </p:spPr>
        </p:pic>
        <p:pic>
          <p:nvPicPr>
            <p:cNvPr id="52" name="図 51">
              <a:extLst>
                <a:ext uri="{FF2B5EF4-FFF2-40B4-BE49-F238E27FC236}">
                  <a16:creationId xmlns:a16="http://schemas.microsoft.com/office/drawing/2014/main" id="{4426C161-4E61-FDE5-F177-B7D510F8AC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655093"/>
              <a:ext cx="2741448" cy="903065"/>
            </a:xfrm>
            <a:prstGeom prst="rect">
              <a:avLst/>
            </a:prstGeom>
          </p:spPr>
        </p:pic>
      </p:grp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2AFADF1A-0165-1E1D-93C8-E00F4E87E901}"/>
              </a:ext>
            </a:extLst>
          </p:cNvPr>
          <p:cNvGrpSpPr/>
          <p:nvPr userDrawn="1"/>
        </p:nvGrpSpPr>
        <p:grpSpPr>
          <a:xfrm>
            <a:off x="0" y="3830969"/>
            <a:ext cx="13249918" cy="903065"/>
            <a:chOff x="0" y="655093"/>
            <a:chExt cx="13249918" cy="903065"/>
          </a:xfrm>
        </p:grpSpPr>
        <p:pic>
          <p:nvPicPr>
            <p:cNvPr id="59" name="図 58">
              <a:extLst>
                <a:ext uri="{FF2B5EF4-FFF2-40B4-BE49-F238E27FC236}">
                  <a16:creationId xmlns:a16="http://schemas.microsoft.com/office/drawing/2014/main" id="{02C6D347-8911-C6BC-138D-5CB2208820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02823" y="655093"/>
              <a:ext cx="2741448" cy="903065"/>
            </a:xfrm>
            <a:prstGeom prst="rect">
              <a:avLst/>
            </a:prstGeom>
          </p:spPr>
        </p:pic>
        <p:pic>
          <p:nvPicPr>
            <p:cNvPr id="60" name="図 59">
              <a:extLst>
                <a:ext uri="{FF2B5EF4-FFF2-40B4-BE49-F238E27FC236}">
                  <a16:creationId xmlns:a16="http://schemas.microsoft.com/office/drawing/2014/main" id="{5B69A836-8C70-B069-FCAB-2A4C04459B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05646" y="655093"/>
              <a:ext cx="2741448" cy="903065"/>
            </a:xfrm>
            <a:prstGeom prst="rect">
              <a:avLst/>
            </a:prstGeom>
          </p:spPr>
        </p:pic>
        <p:pic>
          <p:nvPicPr>
            <p:cNvPr id="61" name="図 60">
              <a:extLst>
                <a:ext uri="{FF2B5EF4-FFF2-40B4-BE49-F238E27FC236}">
                  <a16:creationId xmlns:a16="http://schemas.microsoft.com/office/drawing/2014/main" id="{506ADD03-3C45-2202-E958-A5E06E7C78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08470" y="655093"/>
              <a:ext cx="2741448" cy="903065"/>
            </a:xfrm>
            <a:prstGeom prst="rect">
              <a:avLst/>
            </a:prstGeom>
          </p:spPr>
        </p:pic>
        <p:pic>
          <p:nvPicPr>
            <p:cNvPr id="62" name="図 61">
              <a:extLst>
                <a:ext uri="{FF2B5EF4-FFF2-40B4-BE49-F238E27FC236}">
                  <a16:creationId xmlns:a16="http://schemas.microsoft.com/office/drawing/2014/main" id="{70B699DB-C0FC-A50E-E9F6-CFF79A3B86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655093"/>
              <a:ext cx="2741448" cy="903065"/>
            </a:xfrm>
            <a:prstGeom prst="rect">
              <a:avLst/>
            </a:prstGeom>
          </p:spPr>
        </p:pic>
      </p:grp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2DB27051-CC9A-1433-2BD3-859B4350AA52}"/>
              </a:ext>
            </a:extLst>
          </p:cNvPr>
          <p:cNvGrpSpPr/>
          <p:nvPr userDrawn="1"/>
        </p:nvGrpSpPr>
        <p:grpSpPr>
          <a:xfrm>
            <a:off x="-1010712" y="5418907"/>
            <a:ext cx="13249918" cy="903065"/>
            <a:chOff x="0" y="655093"/>
            <a:chExt cx="13249918" cy="903065"/>
          </a:xfrm>
        </p:grpSpPr>
        <p:pic>
          <p:nvPicPr>
            <p:cNvPr id="64" name="図 63">
              <a:extLst>
                <a:ext uri="{FF2B5EF4-FFF2-40B4-BE49-F238E27FC236}">
                  <a16:creationId xmlns:a16="http://schemas.microsoft.com/office/drawing/2014/main" id="{35F690E3-EC22-DCED-3763-2436E467505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02823" y="655093"/>
              <a:ext cx="2741448" cy="903065"/>
            </a:xfrm>
            <a:prstGeom prst="rect">
              <a:avLst/>
            </a:prstGeom>
          </p:spPr>
        </p:pic>
        <p:pic>
          <p:nvPicPr>
            <p:cNvPr id="65" name="図 64">
              <a:extLst>
                <a:ext uri="{FF2B5EF4-FFF2-40B4-BE49-F238E27FC236}">
                  <a16:creationId xmlns:a16="http://schemas.microsoft.com/office/drawing/2014/main" id="{51A9DF39-17A8-7363-C301-6ED40D7FE3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05646" y="655093"/>
              <a:ext cx="2741448" cy="903065"/>
            </a:xfrm>
            <a:prstGeom prst="rect">
              <a:avLst/>
            </a:prstGeom>
          </p:spPr>
        </p:pic>
        <p:pic>
          <p:nvPicPr>
            <p:cNvPr id="66" name="図 65">
              <a:extLst>
                <a:ext uri="{FF2B5EF4-FFF2-40B4-BE49-F238E27FC236}">
                  <a16:creationId xmlns:a16="http://schemas.microsoft.com/office/drawing/2014/main" id="{D784A41A-C7D1-8711-2309-88674F7A36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08470" y="655093"/>
              <a:ext cx="2741448" cy="903065"/>
            </a:xfrm>
            <a:prstGeom prst="rect">
              <a:avLst/>
            </a:prstGeom>
          </p:spPr>
        </p:pic>
        <p:pic>
          <p:nvPicPr>
            <p:cNvPr id="67" name="図 66">
              <a:extLst>
                <a:ext uri="{FF2B5EF4-FFF2-40B4-BE49-F238E27FC236}">
                  <a16:creationId xmlns:a16="http://schemas.microsoft.com/office/drawing/2014/main" id="{788A7349-E6AB-C19D-7E46-5CFAF0568C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655093"/>
              <a:ext cx="2741448" cy="903065"/>
            </a:xfrm>
            <a:prstGeom prst="rect">
              <a:avLst/>
            </a:prstGeom>
          </p:spPr>
        </p:pic>
      </p:grp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1CF65F4-6BB9-1404-15BC-54AA1DAE4BAA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6F6F6">
              <a:alpha val="9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b="1">
              <a:solidFill>
                <a:schemeClr val="tx1">
                  <a:lumMod val="65000"/>
                  <a:lumOff val="35000"/>
                </a:schemeClr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5AE24D40-6C1A-A743-4800-71C3E03FC1CB}"/>
              </a:ext>
            </a:extLst>
          </p:cNvPr>
          <p:cNvGrpSpPr/>
          <p:nvPr userDrawn="1"/>
        </p:nvGrpSpPr>
        <p:grpSpPr>
          <a:xfrm>
            <a:off x="-39269" y="7763114"/>
            <a:ext cx="9011093" cy="326416"/>
            <a:chOff x="-39269" y="7823273"/>
            <a:chExt cx="9011093" cy="326416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BA6BFA39-3D69-A9D3-5832-D39797ECDB11}"/>
                </a:ext>
              </a:extLst>
            </p:cNvPr>
            <p:cNvSpPr/>
            <p:nvPr userDrawn="1"/>
          </p:nvSpPr>
          <p:spPr>
            <a:xfrm>
              <a:off x="-39269" y="7825688"/>
              <a:ext cx="1440000" cy="324000"/>
            </a:xfrm>
            <a:prstGeom prst="rect">
              <a:avLst/>
            </a:prstGeom>
            <a:solidFill>
              <a:srgbClr val="8E8E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rgbClr val="383838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⑮</a:t>
              </a: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7F41753E-6F67-49C4-1D7F-9FBD586F237F}"/>
                </a:ext>
              </a:extLst>
            </p:cNvPr>
            <p:cNvSpPr/>
            <p:nvPr userDrawn="1"/>
          </p:nvSpPr>
          <p:spPr>
            <a:xfrm>
              <a:off x="1474950" y="7825689"/>
              <a:ext cx="1440000" cy="324000"/>
            </a:xfrm>
            <a:prstGeom prst="rect">
              <a:avLst/>
            </a:prstGeom>
            <a:solidFill>
              <a:srgbClr val="AAAA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rgbClr val="383838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⑯</a:t>
              </a: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BA82BF01-F128-DC37-BA46-A0E7D3DFEE8D}"/>
                </a:ext>
              </a:extLst>
            </p:cNvPr>
            <p:cNvSpPr/>
            <p:nvPr userDrawn="1"/>
          </p:nvSpPr>
          <p:spPr>
            <a:xfrm>
              <a:off x="2989169" y="7825689"/>
              <a:ext cx="1440000" cy="324000"/>
            </a:xfrm>
            <a:prstGeom prst="rect">
              <a:avLst/>
            </a:prstGeom>
            <a:solidFill>
              <a:srgbClr val="C6C6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rgbClr val="383838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⑰</a:t>
              </a: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9C63252C-8017-AAD5-5ED5-899123F94E0A}"/>
                </a:ext>
              </a:extLst>
            </p:cNvPr>
            <p:cNvSpPr/>
            <p:nvPr userDrawn="1"/>
          </p:nvSpPr>
          <p:spPr>
            <a:xfrm>
              <a:off x="4503388" y="7825689"/>
              <a:ext cx="1440000" cy="324000"/>
            </a:xfrm>
            <a:prstGeom prst="rect">
              <a:avLst/>
            </a:prstGeom>
            <a:solidFill>
              <a:srgbClr val="E3E3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rgbClr val="383838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⑱</a:t>
              </a: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C298CB57-4552-FB8C-A0D5-6F74CBAB4F38}"/>
                </a:ext>
              </a:extLst>
            </p:cNvPr>
            <p:cNvSpPr/>
            <p:nvPr userDrawn="1"/>
          </p:nvSpPr>
          <p:spPr>
            <a:xfrm>
              <a:off x="7531824" y="7823273"/>
              <a:ext cx="1440000" cy="32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rgbClr val="383838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⑳</a:t>
              </a: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372D1F17-77A0-A79A-2C89-F6AFFD4A52D6}"/>
                </a:ext>
              </a:extLst>
            </p:cNvPr>
            <p:cNvSpPr/>
            <p:nvPr userDrawn="1"/>
          </p:nvSpPr>
          <p:spPr>
            <a:xfrm>
              <a:off x="6017607" y="7823273"/>
              <a:ext cx="1440000" cy="324000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rgbClr val="383838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⑲</a:t>
              </a:r>
              <a:r>
                <a:rPr kumimoji="1" lang="en-US" altLang="ja-JP" sz="1100" b="1" dirty="0">
                  <a:solidFill>
                    <a:srgbClr val="383838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 </a:t>
              </a:r>
              <a:r>
                <a:rPr kumimoji="1" lang="ja-JP" altLang="en-US" sz="1100" b="1">
                  <a:solidFill>
                    <a:srgbClr val="383838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ベース</a:t>
              </a:r>
            </a:p>
          </p:txBody>
        </p: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173B8C0E-A794-0950-3DD9-4D562E4C47B8}"/>
              </a:ext>
            </a:extLst>
          </p:cNvPr>
          <p:cNvGrpSpPr/>
          <p:nvPr userDrawn="1"/>
        </p:nvGrpSpPr>
        <p:grpSpPr>
          <a:xfrm>
            <a:off x="-34000" y="6998427"/>
            <a:ext cx="10516125" cy="324000"/>
            <a:chOff x="-34000" y="6998427"/>
            <a:chExt cx="10516125" cy="32400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6BB1FB06-8AF7-DFC1-1EFB-90543DBB8696}"/>
                </a:ext>
              </a:extLst>
            </p:cNvPr>
            <p:cNvSpPr/>
            <p:nvPr/>
          </p:nvSpPr>
          <p:spPr>
            <a:xfrm>
              <a:off x="-34000" y="6998427"/>
              <a:ext cx="1440000" cy="324000"/>
            </a:xfrm>
            <a:prstGeom prst="rect">
              <a:avLst/>
            </a:prstGeom>
            <a:solidFill>
              <a:srgbClr val="127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chemeClr val="bg1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①</a:t>
              </a:r>
              <a:r>
                <a:rPr kumimoji="1" lang="en-US" altLang="ja-JP" sz="1100" b="1" dirty="0">
                  <a:solidFill>
                    <a:schemeClr val="bg1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 </a:t>
              </a:r>
              <a:r>
                <a:rPr kumimoji="1" lang="ja-JP" altLang="en-US" sz="1100" b="1">
                  <a:solidFill>
                    <a:srgbClr val="DFEBF5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①</a:t>
              </a:r>
              <a:r>
                <a:rPr kumimoji="1" lang="en-US" altLang="ja-JP" sz="1100" b="1" dirty="0">
                  <a:solidFill>
                    <a:srgbClr val="DFEBF5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 </a:t>
              </a:r>
              <a:r>
                <a:rPr kumimoji="1" lang="ja-JP" altLang="en-US" sz="1100" b="1">
                  <a:solidFill>
                    <a:srgbClr val="DFEBF5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メイン</a:t>
              </a: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344CC37A-396E-10AD-5C67-3F6153D0B949}"/>
                </a:ext>
              </a:extLst>
            </p:cNvPr>
            <p:cNvSpPr/>
            <p:nvPr/>
          </p:nvSpPr>
          <p:spPr>
            <a:xfrm>
              <a:off x="1479881" y="6998427"/>
              <a:ext cx="1440000" cy="324000"/>
            </a:xfrm>
            <a:prstGeom prst="rect">
              <a:avLst/>
            </a:prstGeom>
            <a:solidFill>
              <a:srgbClr val="5AA6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chemeClr val="bg1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②</a:t>
              </a:r>
              <a:r>
                <a:rPr kumimoji="1" lang="en-US" altLang="ja-JP" sz="1100" b="1" dirty="0">
                  <a:solidFill>
                    <a:schemeClr val="bg1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 </a:t>
              </a:r>
              <a:r>
                <a:rPr kumimoji="1" lang="ja-JP" altLang="en-US" sz="1100" b="1">
                  <a:solidFill>
                    <a:srgbClr val="DFEBF5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②</a:t>
              </a: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21F262D9-EAFC-380F-156F-1DC9208A271D}"/>
                </a:ext>
              </a:extLst>
            </p:cNvPr>
            <p:cNvSpPr/>
            <p:nvPr/>
          </p:nvSpPr>
          <p:spPr>
            <a:xfrm>
              <a:off x="2993762" y="6998427"/>
              <a:ext cx="1440000" cy="324000"/>
            </a:xfrm>
            <a:prstGeom prst="rect">
              <a:avLst/>
            </a:prstGeom>
            <a:solidFill>
              <a:srgbClr val="89BF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chemeClr val="bg1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③</a:t>
              </a:r>
              <a:r>
                <a:rPr kumimoji="1" lang="en-US" altLang="ja-JP" sz="1100" b="1" dirty="0">
                  <a:solidFill>
                    <a:schemeClr val="bg1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 </a:t>
              </a:r>
              <a:r>
                <a:rPr kumimoji="1" lang="ja-JP" altLang="en-US" sz="1100" b="1">
                  <a:solidFill>
                    <a:srgbClr val="DFEBF5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③</a:t>
              </a: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4FF4E8DC-C136-DD04-281F-41791F9B3EA2}"/>
                </a:ext>
              </a:extLst>
            </p:cNvPr>
            <p:cNvSpPr/>
            <p:nvPr/>
          </p:nvSpPr>
          <p:spPr>
            <a:xfrm>
              <a:off x="4507643" y="6998427"/>
              <a:ext cx="1440000" cy="324000"/>
            </a:xfrm>
            <a:prstGeom prst="rect">
              <a:avLst/>
            </a:prstGeom>
            <a:solidFill>
              <a:srgbClr val="B8D9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rgbClr val="393939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④</a:t>
              </a:r>
              <a:r>
                <a:rPr kumimoji="1" lang="en-US" altLang="ja-JP" sz="1100" b="1" dirty="0">
                  <a:solidFill>
                    <a:srgbClr val="1C1C1C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 </a:t>
              </a:r>
              <a:r>
                <a:rPr kumimoji="1" lang="ja-JP" altLang="en-US" sz="1100" b="1">
                  <a:solidFill>
                    <a:srgbClr val="127FCD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④</a:t>
              </a: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11E42165-D5C5-B5E6-02D4-769EF2A844F9}"/>
                </a:ext>
              </a:extLst>
            </p:cNvPr>
            <p:cNvSpPr/>
            <p:nvPr/>
          </p:nvSpPr>
          <p:spPr>
            <a:xfrm>
              <a:off x="6021523" y="6998427"/>
              <a:ext cx="1440000" cy="324000"/>
            </a:xfrm>
            <a:prstGeom prst="rect">
              <a:avLst/>
            </a:prstGeom>
            <a:solidFill>
              <a:srgbClr val="DFEB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rgbClr val="393939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⑤</a:t>
              </a:r>
              <a:r>
                <a:rPr kumimoji="1" lang="en-US" altLang="ja-JP" sz="1100" b="1" dirty="0">
                  <a:solidFill>
                    <a:srgbClr val="1C1C1C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 </a:t>
              </a:r>
              <a:r>
                <a:rPr kumimoji="1" lang="ja-JP" altLang="en-US" sz="1100" b="1">
                  <a:solidFill>
                    <a:srgbClr val="127FCD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⑤</a:t>
              </a: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F507B8CA-4047-D6B0-D4AC-7D3BB3CF9F66}"/>
                </a:ext>
              </a:extLst>
            </p:cNvPr>
            <p:cNvSpPr/>
            <p:nvPr userDrawn="1"/>
          </p:nvSpPr>
          <p:spPr>
            <a:xfrm>
              <a:off x="7531824" y="6998427"/>
              <a:ext cx="1440000" cy="324000"/>
            </a:xfrm>
            <a:prstGeom prst="rect">
              <a:avLst/>
            </a:prstGeom>
            <a:solidFill>
              <a:srgbClr val="1355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chemeClr val="bg1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⑥</a:t>
              </a:r>
              <a:r>
                <a:rPr kumimoji="1" lang="en-US" altLang="ja-JP" sz="1100" b="1" dirty="0">
                  <a:solidFill>
                    <a:srgbClr val="1C1C1C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 </a:t>
              </a:r>
              <a:r>
                <a:rPr kumimoji="1" lang="ja-JP" altLang="en-US" sz="1100" b="1">
                  <a:solidFill>
                    <a:srgbClr val="DFECF5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⑥</a:t>
              </a: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02FBD4B9-1B98-A9F8-F0E7-A4E18899439D}"/>
                </a:ext>
              </a:extLst>
            </p:cNvPr>
            <p:cNvSpPr/>
            <p:nvPr userDrawn="1"/>
          </p:nvSpPr>
          <p:spPr>
            <a:xfrm>
              <a:off x="9042125" y="6998427"/>
              <a:ext cx="1440000" cy="324000"/>
            </a:xfrm>
            <a:prstGeom prst="rect">
              <a:avLst/>
            </a:prstGeom>
            <a:solidFill>
              <a:srgbClr val="DFEC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rgbClr val="393939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⑦</a:t>
              </a:r>
              <a:r>
                <a:rPr kumimoji="1" lang="en-US" altLang="ja-JP" sz="1100" b="1" dirty="0">
                  <a:solidFill>
                    <a:srgbClr val="1C1C1C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 </a:t>
              </a:r>
              <a:r>
                <a:rPr kumimoji="1" lang="ja-JP" altLang="en-US" sz="1100" b="1">
                  <a:solidFill>
                    <a:srgbClr val="135589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⑦</a:t>
              </a: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BB977279-07D5-D6B9-6241-848242723FB8}"/>
              </a:ext>
            </a:extLst>
          </p:cNvPr>
          <p:cNvGrpSpPr/>
          <p:nvPr userDrawn="1"/>
        </p:nvGrpSpPr>
        <p:grpSpPr>
          <a:xfrm>
            <a:off x="-39269" y="7380506"/>
            <a:ext cx="10521394" cy="324529"/>
            <a:chOff x="-39269" y="7394941"/>
            <a:chExt cx="10521394" cy="324529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EB3C9AA-6BE1-74D9-0FB3-06E1996ABB54}"/>
                </a:ext>
              </a:extLst>
            </p:cNvPr>
            <p:cNvSpPr/>
            <p:nvPr userDrawn="1"/>
          </p:nvSpPr>
          <p:spPr>
            <a:xfrm>
              <a:off x="-39269" y="7394941"/>
              <a:ext cx="1440000" cy="3240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chemeClr val="bg1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⑧</a:t>
              </a: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F87C3186-8271-3786-D0AF-CFFE062BFB62}"/>
                </a:ext>
              </a:extLst>
            </p:cNvPr>
            <p:cNvSpPr/>
            <p:nvPr userDrawn="1"/>
          </p:nvSpPr>
          <p:spPr>
            <a:xfrm>
              <a:off x="1475929" y="7394941"/>
              <a:ext cx="1440000" cy="32400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chemeClr val="bg1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⑨</a:t>
              </a: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91BF6B32-4B58-872A-66EF-4B832C882A98}"/>
                </a:ext>
              </a:extLst>
            </p:cNvPr>
            <p:cNvSpPr/>
            <p:nvPr userDrawn="1"/>
          </p:nvSpPr>
          <p:spPr>
            <a:xfrm>
              <a:off x="2991127" y="7394942"/>
              <a:ext cx="1440000" cy="324000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chemeClr val="bg1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⑩</a:t>
              </a: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1D2C02FB-B9AA-9D19-AFCD-AF3E74BE7459}"/>
                </a:ext>
              </a:extLst>
            </p:cNvPr>
            <p:cNvSpPr/>
            <p:nvPr userDrawn="1"/>
          </p:nvSpPr>
          <p:spPr>
            <a:xfrm>
              <a:off x="4506325" y="7394942"/>
              <a:ext cx="1440000" cy="324000"/>
            </a:xfrm>
            <a:prstGeom prst="rect">
              <a:avLst/>
            </a:prstGeom>
            <a:solidFill>
              <a:srgbClr val="5555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chemeClr val="bg1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⑪</a:t>
              </a: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5179D8FB-9A66-6D03-F5B6-BAECB7AAE0F5}"/>
                </a:ext>
              </a:extLst>
            </p:cNvPr>
            <p:cNvSpPr/>
            <p:nvPr userDrawn="1"/>
          </p:nvSpPr>
          <p:spPr>
            <a:xfrm>
              <a:off x="6021523" y="7394942"/>
              <a:ext cx="1440000" cy="324000"/>
            </a:xfrm>
            <a:prstGeom prst="rect">
              <a:avLst/>
            </a:prstGeom>
            <a:solidFill>
              <a:srgbClr val="7171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chemeClr val="bg1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⑫</a:t>
              </a:r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EDDA1D03-E2F5-B352-0E4F-6507209BDA37}"/>
                </a:ext>
              </a:extLst>
            </p:cNvPr>
            <p:cNvSpPr/>
            <p:nvPr userDrawn="1"/>
          </p:nvSpPr>
          <p:spPr>
            <a:xfrm>
              <a:off x="7531824" y="7395470"/>
              <a:ext cx="1440000" cy="324000"/>
            </a:xfrm>
            <a:prstGeom prst="rect">
              <a:avLst/>
            </a:prstGeom>
            <a:solidFill>
              <a:srgbClr val="E157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chemeClr val="bg1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⑬</a:t>
              </a:r>
              <a:r>
                <a:rPr kumimoji="1" lang="en-US" altLang="ja-JP" sz="1100" b="1" dirty="0">
                  <a:solidFill>
                    <a:srgbClr val="1C1C1C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 </a:t>
              </a:r>
              <a:r>
                <a:rPr kumimoji="1" lang="ja-JP" altLang="en-US" sz="1100" b="1">
                  <a:solidFill>
                    <a:srgbClr val="F5E4E3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⑬</a:t>
              </a:r>
              <a:r>
                <a:rPr kumimoji="1" lang="en-US" altLang="ja-JP" sz="1100" b="1" dirty="0">
                  <a:solidFill>
                    <a:srgbClr val="F5E4E3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 </a:t>
              </a:r>
              <a:r>
                <a:rPr kumimoji="1" lang="ja-JP" altLang="en-US" sz="1100" b="1">
                  <a:solidFill>
                    <a:srgbClr val="F5E4E3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アクセント</a:t>
              </a:r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6E38ECB3-9A78-9E67-06F0-FD64176FEF99}"/>
                </a:ext>
              </a:extLst>
            </p:cNvPr>
            <p:cNvSpPr/>
            <p:nvPr userDrawn="1"/>
          </p:nvSpPr>
          <p:spPr>
            <a:xfrm>
              <a:off x="9042125" y="7395470"/>
              <a:ext cx="1440000" cy="324000"/>
            </a:xfrm>
            <a:prstGeom prst="rect">
              <a:avLst/>
            </a:prstGeom>
            <a:solidFill>
              <a:srgbClr val="F5E4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rgbClr val="393939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⑭</a:t>
              </a:r>
              <a:r>
                <a:rPr kumimoji="1" lang="en-US" altLang="ja-JP" sz="1100" b="1" dirty="0">
                  <a:solidFill>
                    <a:srgbClr val="1C1C1C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 </a:t>
              </a:r>
              <a:r>
                <a:rPr kumimoji="1" lang="ja-JP" altLang="en-US" sz="1100" b="1">
                  <a:solidFill>
                    <a:srgbClr val="E15753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⑭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1124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EE3BCD3-2C55-F2C9-0500-0759A5DAF5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デザイン講義宿題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0F8D611-D1A9-90AF-6581-9105ECEF22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ja-JP" altLang="en-US"/>
              <a:t>カラー、フォントの調査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450AAC7-30B2-12FF-8CD3-14EFAC9FC1B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0BBAA93-54FE-3368-887C-B691B093EACD}"/>
              </a:ext>
            </a:extLst>
          </p:cNvPr>
          <p:cNvSpPr/>
          <p:nvPr/>
        </p:nvSpPr>
        <p:spPr>
          <a:xfrm>
            <a:off x="349323" y="1284271"/>
            <a:ext cx="2116476" cy="770561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メインカラー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CC0B59B-A04D-3106-553C-81C89D9B913B}"/>
              </a:ext>
            </a:extLst>
          </p:cNvPr>
          <p:cNvSpPr/>
          <p:nvPr/>
        </p:nvSpPr>
        <p:spPr>
          <a:xfrm>
            <a:off x="349323" y="2204864"/>
            <a:ext cx="2116476" cy="2171927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HSB</a:t>
            </a:r>
          </a:p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カラーパレット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F7BB96D-2297-C348-F6B9-A3722A53F05C}"/>
              </a:ext>
            </a:extLst>
          </p:cNvPr>
          <p:cNvSpPr/>
          <p:nvPr/>
        </p:nvSpPr>
        <p:spPr>
          <a:xfrm>
            <a:off x="2721988" y="1284271"/>
            <a:ext cx="2116476" cy="770561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ベースカラー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C596995-B7BA-373F-6E91-B39C854364B1}"/>
              </a:ext>
            </a:extLst>
          </p:cNvPr>
          <p:cNvSpPr/>
          <p:nvPr/>
        </p:nvSpPr>
        <p:spPr>
          <a:xfrm>
            <a:off x="2721988" y="2204864"/>
            <a:ext cx="2116476" cy="2171927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HSB</a:t>
            </a:r>
          </a:p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カラーパレット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054B4E2-A3AE-38F8-878D-601C271E3BA2}"/>
              </a:ext>
            </a:extLst>
          </p:cNvPr>
          <p:cNvSpPr/>
          <p:nvPr/>
        </p:nvSpPr>
        <p:spPr>
          <a:xfrm>
            <a:off x="5098252" y="1284271"/>
            <a:ext cx="2116476" cy="770561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アクセントカラー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04ECB6E-B8B0-A31E-8F23-7075597D1272}"/>
              </a:ext>
            </a:extLst>
          </p:cNvPr>
          <p:cNvSpPr/>
          <p:nvPr/>
        </p:nvSpPr>
        <p:spPr>
          <a:xfrm>
            <a:off x="5098252" y="2204864"/>
            <a:ext cx="2116476" cy="2171927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HSB</a:t>
            </a:r>
          </a:p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カラーパレット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BAFD996-7283-9227-9904-59E903FF1878}"/>
              </a:ext>
            </a:extLst>
          </p:cNvPr>
          <p:cNvSpPr/>
          <p:nvPr/>
        </p:nvSpPr>
        <p:spPr>
          <a:xfrm>
            <a:off x="7474516" y="1284271"/>
            <a:ext cx="2116476" cy="770561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背景カラー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C29EDEC-1FD6-8997-7E21-18787B8E4A64}"/>
              </a:ext>
            </a:extLst>
          </p:cNvPr>
          <p:cNvSpPr/>
          <p:nvPr/>
        </p:nvSpPr>
        <p:spPr>
          <a:xfrm>
            <a:off x="7474516" y="2204864"/>
            <a:ext cx="2116476" cy="2171927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HSB</a:t>
            </a:r>
          </a:p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カラーパレット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44E62FA-85B1-4348-129D-4ED85EF7DFE5}"/>
              </a:ext>
            </a:extLst>
          </p:cNvPr>
          <p:cNvSpPr/>
          <p:nvPr/>
        </p:nvSpPr>
        <p:spPr>
          <a:xfrm>
            <a:off x="9778772" y="1284271"/>
            <a:ext cx="2116476" cy="770561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テキスト</a:t>
            </a:r>
            <a:r>
              <a:rPr kumimoji="1"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カラー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143B946-9F61-E3CC-595A-4DF712268421}"/>
              </a:ext>
            </a:extLst>
          </p:cNvPr>
          <p:cNvSpPr/>
          <p:nvPr/>
        </p:nvSpPr>
        <p:spPr>
          <a:xfrm>
            <a:off x="9778772" y="2204864"/>
            <a:ext cx="2116476" cy="2171927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HSB</a:t>
            </a:r>
          </a:p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カラーパレット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D486126-42BD-8E96-BBC4-2EDE8950B97B}"/>
              </a:ext>
            </a:extLst>
          </p:cNvPr>
          <p:cNvSpPr/>
          <p:nvPr/>
        </p:nvSpPr>
        <p:spPr>
          <a:xfrm>
            <a:off x="339048" y="4777483"/>
            <a:ext cx="5527496" cy="996593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和</a:t>
            </a:r>
            <a:r>
              <a:rPr kumimoji="1"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文フォント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BF0D757-2D80-E454-A291-BA605BD29166}"/>
              </a:ext>
            </a:extLst>
          </p:cNvPr>
          <p:cNvSpPr/>
          <p:nvPr/>
        </p:nvSpPr>
        <p:spPr>
          <a:xfrm>
            <a:off x="6384032" y="4777483"/>
            <a:ext cx="5527496" cy="996593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欧文フォント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66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004B2-721E-096B-FDD0-ADE9A3D51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A5587BD-FD90-AD94-F21D-A7A9514F6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デザイン講義宿題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C11B0C9-F7DF-23B3-5894-B23B4D9AF0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ja-JP" altLang="en-US"/>
              <a:t>カラー、フォントの調査（例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6A7E985-CAA1-E179-4F32-13EF7922C9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BA5F5C1-A7E9-AAA8-DDDF-01970AF2A119}"/>
              </a:ext>
            </a:extLst>
          </p:cNvPr>
          <p:cNvSpPr/>
          <p:nvPr/>
        </p:nvSpPr>
        <p:spPr>
          <a:xfrm>
            <a:off x="349323" y="1284271"/>
            <a:ext cx="2116476" cy="770561"/>
          </a:xfrm>
          <a:prstGeom prst="rect">
            <a:avLst/>
          </a:prstGeom>
          <a:solidFill>
            <a:srgbClr val="127F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ja-JP" altLang="en-US" sz="1400" b="1">
                <a:solidFill>
                  <a:schemeClr val="bg1"/>
                </a:solidFill>
                <a:ea typeface="Hiragino Kaku Gothic Pro W3" panose="020B0300000000000000" pitchFamily="34" charset="-128"/>
              </a:rPr>
              <a:t>メインカラー</a:t>
            </a:r>
            <a:endParaRPr kumimoji="1" lang="en-US" altLang="ja-JP" sz="1400" b="1" dirty="0">
              <a:solidFill>
                <a:schemeClr val="bg1"/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A98BE6D-BF64-2482-F947-305E444C580A}"/>
              </a:ext>
            </a:extLst>
          </p:cNvPr>
          <p:cNvSpPr/>
          <p:nvPr/>
        </p:nvSpPr>
        <p:spPr>
          <a:xfrm>
            <a:off x="349323" y="2204864"/>
            <a:ext cx="2116476" cy="2171927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HSB</a:t>
            </a:r>
          </a:p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カラーパレット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531CE10-8569-122F-9669-89CF74107914}"/>
              </a:ext>
            </a:extLst>
          </p:cNvPr>
          <p:cNvSpPr/>
          <p:nvPr/>
        </p:nvSpPr>
        <p:spPr>
          <a:xfrm>
            <a:off x="2721988" y="1284271"/>
            <a:ext cx="2116476" cy="770561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ベースカラー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A69366D-A40E-E5CC-3B2F-46DA851BBDFE}"/>
              </a:ext>
            </a:extLst>
          </p:cNvPr>
          <p:cNvSpPr/>
          <p:nvPr/>
        </p:nvSpPr>
        <p:spPr>
          <a:xfrm>
            <a:off x="2721988" y="2204864"/>
            <a:ext cx="2116476" cy="2171927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HSB</a:t>
            </a:r>
          </a:p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カラーパレット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9A08858-A5F3-69B8-1114-BA07F8477630}"/>
              </a:ext>
            </a:extLst>
          </p:cNvPr>
          <p:cNvSpPr/>
          <p:nvPr/>
        </p:nvSpPr>
        <p:spPr>
          <a:xfrm>
            <a:off x="5098252" y="1284271"/>
            <a:ext cx="2116476" cy="770561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アクセントカラー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B1613BE-4BCF-82E6-A7B5-123DFE6DA67B}"/>
              </a:ext>
            </a:extLst>
          </p:cNvPr>
          <p:cNvSpPr/>
          <p:nvPr/>
        </p:nvSpPr>
        <p:spPr>
          <a:xfrm>
            <a:off x="5098252" y="2204864"/>
            <a:ext cx="2116476" cy="2171927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HSB</a:t>
            </a:r>
          </a:p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カラーパレット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3BA917D-D600-D57B-25EE-400ABF391942}"/>
              </a:ext>
            </a:extLst>
          </p:cNvPr>
          <p:cNvSpPr/>
          <p:nvPr/>
        </p:nvSpPr>
        <p:spPr>
          <a:xfrm>
            <a:off x="7474516" y="1284271"/>
            <a:ext cx="2116476" cy="770561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背景カラー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FD75EA8-EF0D-7625-1B69-CDE95AA954F4}"/>
              </a:ext>
            </a:extLst>
          </p:cNvPr>
          <p:cNvSpPr/>
          <p:nvPr/>
        </p:nvSpPr>
        <p:spPr>
          <a:xfrm>
            <a:off x="7474516" y="2204864"/>
            <a:ext cx="2116476" cy="2171927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HSB</a:t>
            </a:r>
          </a:p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カラーパレット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D3F0565-AD12-30E3-E2E8-F77C491D50EE}"/>
              </a:ext>
            </a:extLst>
          </p:cNvPr>
          <p:cNvSpPr/>
          <p:nvPr/>
        </p:nvSpPr>
        <p:spPr>
          <a:xfrm>
            <a:off x="9778772" y="1284271"/>
            <a:ext cx="2116476" cy="770561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その他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55259B2-F3EE-87C5-873C-A890B31921A0}"/>
              </a:ext>
            </a:extLst>
          </p:cNvPr>
          <p:cNvSpPr/>
          <p:nvPr/>
        </p:nvSpPr>
        <p:spPr>
          <a:xfrm>
            <a:off x="9778772" y="2204864"/>
            <a:ext cx="2116476" cy="2171927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HSB</a:t>
            </a:r>
          </a:p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カラーパレット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547B042-10ED-6B52-A9EE-E411EAF9753C}"/>
              </a:ext>
            </a:extLst>
          </p:cNvPr>
          <p:cNvSpPr/>
          <p:nvPr/>
        </p:nvSpPr>
        <p:spPr>
          <a:xfrm>
            <a:off x="339048" y="4777483"/>
            <a:ext cx="5527496" cy="996593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和</a:t>
            </a:r>
            <a:r>
              <a:rPr kumimoji="1"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文フォント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  <a:p>
            <a:pPr algn="ctr">
              <a:lnSpc>
                <a:spcPct val="120000"/>
              </a:lnSpc>
            </a:pPr>
            <a:r>
              <a:rPr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Noto Sans JP</a:t>
            </a:r>
            <a:endParaRPr lang="ja-JP" altLang="en-US" sz="1400" b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718CE68-FF1D-444D-64BC-26533820FAC9}"/>
              </a:ext>
            </a:extLst>
          </p:cNvPr>
          <p:cNvSpPr/>
          <p:nvPr/>
        </p:nvSpPr>
        <p:spPr>
          <a:xfrm>
            <a:off x="6384032" y="4777483"/>
            <a:ext cx="5527496" cy="996593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欧文フォント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  <a:p>
            <a:pPr algn="ctr">
              <a:lnSpc>
                <a:spcPct val="120000"/>
              </a:lnSpc>
            </a:pPr>
            <a:r>
              <a:rPr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Inter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32D8433-2400-68A9-65E0-06E657242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63" y="2199163"/>
            <a:ext cx="1893942" cy="22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846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D6A23-8A3C-2FD4-F59E-8F383AEEA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257D996-6FA1-4B9E-F212-9E3E02A4A4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デザイン講義宿題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19D288C-79E0-D64B-AA4B-FF35F4BCEE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ja-JP" altLang="en-US"/>
              <a:t>カラー、フォントの調査（例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9635DDB-1B28-3072-4668-DFCF6F8931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5ED2131-E7ED-CA0A-031D-E852642933EF}"/>
              </a:ext>
            </a:extLst>
          </p:cNvPr>
          <p:cNvSpPr/>
          <p:nvPr/>
        </p:nvSpPr>
        <p:spPr>
          <a:xfrm>
            <a:off x="349323" y="1284271"/>
            <a:ext cx="2116476" cy="770561"/>
          </a:xfrm>
          <a:prstGeom prst="rect">
            <a:avLst/>
          </a:prstGeom>
          <a:solidFill>
            <a:srgbClr val="127F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ja-JP" altLang="en-US" sz="1400" b="1">
                <a:solidFill>
                  <a:schemeClr val="bg1"/>
                </a:solidFill>
                <a:ea typeface="Hiragino Kaku Gothic Pro W3" panose="020B0300000000000000" pitchFamily="34" charset="-128"/>
              </a:rPr>
              <a:t>メインカラー</a:t>
            </a:r>
            <a:endParaRPr kumimoji="1" lang="en-US" altLang="ja-JP" sz="1400" b="1" dirty="0">
              <a:solidFill>
                <a:schemeClr val="bg1"/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8940195-C519-D1F1-5F7B-04D722EFA0A7}"/>
              </a:ext>
            </a:extLst>
          </p:cNvPr>
          <p:cNvSpPr/>
          <p:nvPr/>
        </p:nvSpPr>
        <p:spPr>
          <a:xfrm>
            <a:off x="349323" y="2204864"/>
            <a:ext cx="2116476" cy="2171927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HSB</a:t>
            </a:r>
          </a:p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カラーパレット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E513809-7462-15CC-AAB2-B65A68635A8E}"/>
              </a:ext>
            </a:extLst>
          </p:cNvPr>
          <p:cNvSpPr/>
          <p:nvPr/>
        </p:nvSpPr>
        <p:spPr>
          <a:xfrm>
            <a:off x="2721988" y="1284271"/>
            <a:ext cx="2116476" cy="770561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ベースカラー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010638A-0AEF-9785-2713-CC5FE23FC6CD}"/>
              </a:ext>
            </a:extLst>
          </p:cNvPr>
          <p:cNvSpPr/>
          <p:nvPr/>
        </p:nvSpPr>
        <p:spPr>
          <a:xfrm>
            <a:off x="2721988" y="2204864"/>
            <a:ext cx="2116476" cy="2171927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HSB</a:t>
            </a:r>
          </a:p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カラーパレット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0AF3235-1EC2-67C6-1CC4-563A5321A6E3}"/>
              </a:ext>
            </a:extLst>
          </p:cNvPr>
          <p:cNvSpPr/>
          <p:nvPr/>
        </p:nvSpPr>
        <p:spPr>
          <a:xfrm>
            <a:off x="5098252" y="1284271"/>
            <a:ext cx="2116476" cy="770561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アクセントカラー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D300807-5F33-AF62-09CE-F982B0123B3B}"/>
              </a:ext>
            </a:extLst>
          </p:cNvPr>
          <p:cNvSpPr/>
          <p:nvPr/>
        </p:nvSpPr>
        <p:spPr>
          <a:xfrm>
            <a:off x="5098252" y="2204864"/>
            <a:ext cx="2116476" cy="2171927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HSB</a:t>
            </a:r>
          </a:p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カラーパレット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094D6D2-1FDB-5853-06D6-9F0E6ED0FFD4}"/>
              </a:ext>
            </a:extLst>
          </p:cNvPr>
          <p:cNvSpPr/>
          <p:nvPr/>
        </p:nvSpPr>
        <p:spPr>
          <a:xfrm>
            <a:off x="7474516" y="1284271"/>
            <a:ext cx="2116476" cy="770561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背景カラー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037F2EF-844E-941F-13CA-3869BAA9A413}"/>
              </a:ext>
            </a:extLst>
          </p:cNvPr>
          <p:cNvSpPr/>
          <p:nvPr/>
        </p:nvSpPr>
        <p:spPr>
          <a:xfrm>
            <a:off x="7474516" y="2204864"/>
            <a:ext cx="2116476" cy="2171927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HSB</a:t>
            </a:r>
          </a:p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カラーパレット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179EB10-AE5D-3489-D17D-C9ED9E8D0CDA}"/>
              </a:ext>
            </a:extLst>
          </p:cNvPr>
          <p:cNvSpPr/>
          <p:nvPr/>
        </p:nvSpPr>
        <p:spPr>
          <a:xfrm>
            <a:off x="9778772" y="1284271"/>
            <a:ext cx="2116476" cy="770561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その他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AC9C572-F9B5-F557-6863-125A4D0B09FE}"/>
              </a:ext>
            </a:extLst>
          </p:cNvPr>
          <p:cNvSpPr/>
          <p:nvPr/>
        </p:nvSpPr>
        <p:spPr>
          <a:xfrm>
            <a:off x="9778772" y="2204864"/>
            <a:ext cx="2116476" cy="2171927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HSB</a:t>
            </a:r>
          </a:p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カラーパレット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B2ACA84-8B9D-504A-5398-F3319234F37E}"/>
              </a:ext>
            </a:extLst>
          </p:cNvPr>
          <p:cNvSpPr/>
          <p:nvPr/>
        </p:nvSpPr>
        <p:spPr>
          <a:xfrm>
            <a:off x="339048" y="4777483"/>
            <a:ext cx="5527496" cy="996593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和</a:t>
            </a:r>
            <a:r>
              <a:rPr kumimoji="1"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文フォント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  <a:p>
            <a:pPr algn="ctr">
              <a:lnSpc>
                <a:spcPct val="120000"/>
              </a:lnSpc>
            </a:pPr>
            <a:r>
              <a:rPr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Noto Sans JP</a:t>
            </a:r>
            <a:endParaRPr lang="ja-JP" altLang="en-US" sz="1400" b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0869EA8-0724-B64C-FFB0-140CEA2E6199}"/>
              </a:ext>
            </a:extLst>
          </p:cNvPr>
          <p:cNvSpPr/>
          <p:nvPr/>
        </p:nvSpPr>
        <p:spPr>
          <a:xfrm>
            <a:off x="6384032" y="4777483"/>
            <a:ext cx="5527496" cy="996593"/>
          </a:xfrm>
          <a:prstGeom prst="rect">
            <a:avLst/>
          </a:prstGeom>
          <a:solidFill>
            <a:schemeClr val="bg1"/>
          </a:solidFill>
          <a:ln>
            <a:solidFill>
              <a:srgbClr val="3939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36000" rtlCol="0" anchor="ctr"/>
          <a:lstStyle/>
          <a:p>
            <a:pPr algn="ctr">
              <a:lnSpc>
                <a:spcPct val="120000"/>
              </a:lnSpc>
            </a:pPr>
            <a:r>
              <a:rPr kumimoji="1"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欧文フォント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  <a:p>
            <a:pPr algn="ctr">
              <a:lnSpc>
                <a:spcPct val="120000"/>
              </a:lnSpc>
            </a:pPr>
            <a:r>
              <a:rPr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Hiragino Kaku Gothic Pro W3" panose="020B0300000000000000" pitchFamily="34" charset="-128"/>
              </a:rPr>
              <a:t>Inter</a:t>
            </a:r>
            <a:endParaRPr kumimoji="1" lang="ja-JP" altLang="en-US" sz="1400" b="1" dirty="0" err="1">
              <a:solidFill>
                <a:schemeClr val="tx1">
                  <a:lumMod val="75000"/>
                  <a:lumOff val="25000"/>
                </a:schemeClr>
              </a:solidFill>
              <a:ea typeface="Hiragino Kaku Gothic Pro W3" panose="020B0300000000000000" pitchFamily="34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CB46BEA-B815-61FA-A5BC-BED619D36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67" y="2207185"/>
            <a:ext cx="1597586" cy="216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154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wrap="none" tIns="72000" bIns="36000" rtlCol="0" anchor="ctr"/>
      <a:lstStyle>
        <a:defPPr algn="ctr">
          <a:lnSpc>
            <a:spcPct val="120000"/>
          </a:lnSpc>
          <a:defRPr kumimoji="1" sz="1400" b="1" dirty="0" err="1" smtClean="0">
            <a:solidFill>
              <a:schemeClr val="tx1">
                <a:lumMod val="75000"/>
                <a:lumOff val="25000"/>
              </a:schemeClr>
            </a:solidFill>
            <a:ea typeface="Hiragino Kaku Gothic Pro W3" panose="020B0300000000000000" pitchFamily="34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defRPr kumimoji="1" sz="1400" smtClean="0">
            <a:solidFill>
              <a:schemeClr val="tx1">
                <a:lumMod val="75000"/>
                <a:lumOff val="25000"/>
              </a:schemeClr>
            </a:solidFill>
            <a:ea typeface="Hiragino Kaku Gothic Pro W3" panose="020B03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148685</TotalTime>
  <Words>96</Words>
  <Application>Microsoft Macintosh PowerPoint</Application>
  <PresentationFormat>ワイド画面</PresentationFormat>
  <Paragraphs>61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Hiragino Kaku Gothic Pro W3</vt:lpstr>
      <vt:lpstr>游ゴシック</vt:lpstr>
      <vt:lpstr>游ゴシック</vt:lpstr>
      <vt:lpstr>Yu Gothic Medium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乗峯 笙汰</dc:creator>
  <cp:lastModifiedBy>Norimine Shota</cp:lastModifiedBy>
  <cp:revision>194</cp:revision>
  <dcterms:created xsi:type="dcterms:W3CDTF">2022-07-17T17:54:17Z</dcterms:created>
  <dcterms:modified xsi:type="dcterms:W3CDTF">2026-04-01T12:07:42Z</dcterms:modified>
</cp:coreProperties>
</file>